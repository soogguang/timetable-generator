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44.png" Type="http://schemas.openxmlformats.org/officeDocument/2006/relationships/image"/><Relationship Id="rId5" Target="../media/image40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47.png" Type="http://schemas.openxmlformats.org/officeDocument/2006/relationships/image"/><Relationship Id="rId5" Target="../media/image40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50.png" Type="http://schemas.openxmlformats.org/officeDocument/2006/relationships/image"/><Relationship Id="rId5" Target="../media/image4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53.png" Type="http://schemas.openxmlformats.org/officeDocument/2006/relationships/image"/><Relationship Id="rId5" Target="../media/image40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56.png" Type="http://schemas.openxmlformats.org/officeDocument/2006/relationships/image"/><Relationship Id="rId5" Target="../media/image40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59.png" Type="http://schemas.openxmlformats.org/officeDocument/2006/relationships/image"/><Relationship Id="rId5" Target="../media/image40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84300" y="4076700"/>
            <a:ext cx="7454900" cy="251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51000" y="5308600"/>
            <a:ext cx="2730500" cy="13208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89900" y="508000"/>
            <a:ext cx="2451100" cy="238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68500" y="2171700"/>
            <a:ext cx="14554200" cy="812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93900" y="3187700"/>
            <a:ext cx="14554200" cy="81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81200" y="4216400"/>
            <a:ext cx="14554200" cy="812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68500" y="5245100"/>
            <a:ext cx="14554200" cy="812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93900" y="6286500"/>
            <a:ext cx="145542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93900" y="7353300"/>
            <a:ext cx="14554200" cy="812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6600" y="8382000"/>
            <a:ext cx="14554200" cy="81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70100" y="2235200"/>
            <a:ext cx="2311400" cy="1498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57400" y="4292600"/>
            <a:ext cx="3086100" cy="1498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70100" y="5308600"/>
            <a:ext cx="3937000" cy="1498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6337300"/>
            <a:ext cx="2311400" cy="1498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70100" y="3225800"/>
            <a:ext cx="2311400" cy="1498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475200" y="9563100"/>
            <a:ext cx="571500" cy="63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70100" y="7404100"/>
            <a:ext cx="3251200" cy="1498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70100" y="8420100"/>
            <a:ext cx="19685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97700" y="762000"/>
            <a:ext cx="4660900" cy="172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41600" y="2743200"/>
            <a:ext cx="13042900" cy="430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39000" y="787400"/>
            <a:ext cx="3911600" cy="251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60600" y="2628900"/>
            <a:ext cx="14592300" cy="6007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33800" y="2616200"/>
            <a:ext cx="10833100" cy="3403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470400" y="876300"/>
            <a:ext cx="98298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73300" y="6731000"/>
            <a:ext cx="117983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22600" y="2628900"/>
            <a:ext cx="12230100" cy="306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470400" y="876300"/>
            <a:ext cx="98298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38700" y="9563100"/>
            <a:ext cx="5715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73300" y="6731000"/>
            <a:ext cx="102870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29000" y="2857500"/>
            <a:ext cx="11442700" cy="267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19500" y="876300"/>
            <a:ext cx="113538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57500" y="6731000"/>
            <a:ext cx="107188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14800" y="2095500"/>
            <a:ext cx="10515600" cy="646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914400"/>
            <a:ext cx="163322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22700" y="8496300"/>
            <a:ext cx="111887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3124200"/>
            <a:ext cx="6172200" cy="40513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44000" y="3340100"/>
            <a:ext cx="6172200" cy="405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937000" y="7658100"/>
            <a:ext cx="1574800" cy="1498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17200" y="7658100"/>
            <a:ext cx="34671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35500" y="2209800"/>
            <a:ext cx="9017000" cy="511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67500" y="7683500"/>
            <a:ext cx="51816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08600" y="2590800"/>
            <a:ext cx="7772400" cy="440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758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32600" y="7683500"/>
            <a:ext cx="48387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05400" y="2273300"/>
            <a:ext cx="8204200" cy="5029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2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32600" y="7683500"/>
            <a:ext cx="48387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86400" y="2057400"/>
            <a:ext cx="7454900" cy="6197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16800" y="8382000"/>
            <a:ext cx="38100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959600" y="2057400"/>
            <a:ext cx="4356100" cy="6172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758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531100" y="8394700"/>
            <a:ext cx="34671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44800" y="3200400"/>
            <a:ext cx="12598400" cy="2895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876300"/>
            <a:ext cx="67945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75800"/>
            <a:ext cx="927100" cy="64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53300" y="6731000"/>
            <a:ext cx="38100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62700" y="2235200"/>
            <a:ext cx="5562600" cy="549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78700" y="990600"/>
            <a:ext cx="3911600" cy="251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83200" y="8013700"/>
            <a:ext cx="79629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78700" y="990600"/>
            <a:ext cx="3911600" cy="251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54300" y="3048000"/>
            <a:ext cx="7061200" cy="4813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78700" y="990600"/>
            <a:ext cx="3327400" cy="251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54300" y="3136900"/>
            <a:ext cx="129921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431800" y="800100"/>
            <a:ext cx="19177000" cy="127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520700" y="9474200"/>
            <a:ext cx="19177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-2147483648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457700" y="5359400"/>
            <a:ext cx="111633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582400" y="5359400"/>
            <a:ext cx="111633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97400" y="9588500"/>
            <a:ext cx="9271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72300" y="4076700"/>
            <a:ext cx="4864100" cy="248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